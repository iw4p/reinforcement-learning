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05ee3eb5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05ee3eb5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4d13cc5ce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4d13cc5ce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505ee3eb5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505ee3eb5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505ee3eb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505ee3eb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505ee3eb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505ee3eb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05ee3eb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505ee3eb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05ee3eb5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505ee3eb5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05ee3eb5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05ee3eb5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505ee3eb5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505ee3eb5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505ee3eb5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505ee3eb5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505ee3eb5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505ee3eb5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505ee3eb5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505ee3eb5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505ee3eb5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505ee3eb5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505ee3eb5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505ee3eb5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 to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Reinforcement Learning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2532425" y="2251575"/>
            <a:ext cx="4079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must know python!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must enjoy coding and solving problem.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must know a little bit about Git and Github.</a:t>
            </a:r>
            <a:endParaRPr/>
          </a:p>
        </p:txBody>
      </p:sp>
      <p:sp>
        <p:nvSpPr>
          <p:cNvPr id="60" name="Google Shape;60;p14"/>
          <p:cNvSpPr txBox="1"/>
          <p:nvPr>
            <p:ph type="ctrTitle"/>
          </p:nvPr>
        </p:nvSpPr>
        <p:spPr>
          <a:xfrm>
            <a:off x="2320375" y="427575"/>
            <a:ext cx="42912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4">
            <a:off x="268145" y="4002889"/>
            <a:ext cx="2052237" cy="857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9250" y="3308300"/>
            <a:ext cx="1694275" cy="169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3975" y="152400"/>
            <a:ext cx="2227625" cy="222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300" y="1341163"/>
            <a:ext cx="4232600" cy="246117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785875" y="4153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Autonomous Agent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623125" y="1331950"/>
            <a:ext cx="33255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chemeClr val="lt1"/>
                </a:highlight>
              </a:rPr>
              <a:t>An autonomous agent is an entity that can perceive its environment and take actions to achieve a specific goal. In other words, it is a software program or a robot that can act on its own without human intervention.</a:t>
            </a:r>
            <a:endParaRPr sz="18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574050" y="466225"/>
            <a:ext cx="29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IBM Deep Blue vs. Kasparov (1997)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03800" y="1660950"/>
            <a:ext cx="33255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environment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chess board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task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play and win a chess game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actions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move chess pieces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implementation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Min-Max algorithm</a:t>
            </a:r>
            <a:endParaRPr sz="22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4800" y="1173600"/>
            <a:ext cx="4637300" cy="279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574050" y="466225"/>
            <a:ext cx="298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Autonomous car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403800" y="1660950"/>
            <a:ext cx="33255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environment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a road in a desert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task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drive through a desert and get to a specific point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actions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speed up, brake, turn left, turn right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implementation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a very complex implementation with different sensors and actuators.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4800" y="1173600"/>
            <a:ext cx="4637300" cy="279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574050" y="466225"/>
            <a:ext cx="29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AlphaGO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playing GO (2016)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403800" y="1660950"/>
            <a:ext cx="3325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environment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GO board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task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Play Go game and win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actions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move pieces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implementation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reinforcement learning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4800" y="1173600"/>
            <a:ext cx="4637301" cy="27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403800" y="1660950"/>
            <a:ext cx="33255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environment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a form where the user can input a text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task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generate images that are related to the text informed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actions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generate images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implementation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a Deep Neural Network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574050" y="466225"/>
            <a:ext cx="298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Generative models DALL-E - chatGPT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4800" y="1173600"/>
            <a:ext cx="4637302" cy="279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Reinforcement Learning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definition and key concepts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/>
        </p:nvSpPr>
        <p:spPr>
          <a:xfrm>
            <a:off x="251400" y="1389625"/>
            <a:ext cx="3325500" cy="35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RL is a popular approach to AI where an agent learns to take sequential actions in an environment through trial and error.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 Each action changes the environment and has a reward (positive, negative or neutral).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An Agent learns a policy that maximizes the reward.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294450" y="466225"/>
            <a:ext cx="3544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Reinforcement Learning (RL)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4800" y="1173600"/>
            <a:ext cx="4637300" cy="27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Reinforcement Learning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/>
        </p:nvSpPr>
        <p:spPr>
          <a:xfrm>
            <a:off x="0" y="768600"/>
            <a:ext cx="9144000" cy="3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Playing Atari with Deep Reinforcement Learning, 2013.</a:t>
            </a:r>
            <a:b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Human-Level control through deep reinforcement learning, 2015.</a:t>
            </a:r>
            <a:b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A General reinforcement learning algorithm that masters chess, shogi, and Go through self-play, 2018. </a:t>
            </a:r>
            <a:b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Self-driving cars: there are some components in self-driving cars that are optimized through RL.</a:t>
            </a:r>
            <a:b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Industry automation: Google Data Centers are using RL to reduce energy spending.</a:t>
            </a:r>
            <a:b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Trading and finance: there are a lot of companies saying that they are using RL to create robots for trading.</a:t>
            </a:r>
            <a:b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Natural Language Processing (NLP): chatGTP is using RL to improve its training.</a:t>
            </a:r>
            <a:b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</a:b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Recommendation: RL in recommendation systems.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Differences between other machine learning and AI techniques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/>
        </p:nvSpPr>
        <p:spPr>
          <a:xfrm>
            <a:off x="339450" y="42000"/>
            <a:ext cx="8465100" cy="4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Supervised learning: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the main goal of supervised learning is to create a predicted model.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All the model construction is based on training and test datasets and both datasets must have a label attribute.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All the training process is in batch mode.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601" y="449175"/>
            <a:ext cx="5536801" cy="281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777" y="1077875"/>
            <a:ext cx="6296451" cy="207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6"/>
          <p:cNvSpPr txBox="1"/>
          <p:nvPr/>
        </p:nvSpPr>
        <p:spPr>
          <a:xfrm>
            <a:off x="339450" y="42000"/>
            <a:ext cx="84651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Unsupervised learning: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the main goal of unsupervised learning is to summarize data. Usually, through clustering or rule models.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All the model construction is based on training datasets without a label attribute.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875" y="85725"/>
            <a:ext cx="6572250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7"/>
          <p:cNvSpPr txBox="1"/>
          <p:nvPr/>
        </p:nvSpPr>
        <p:spPr>
          <a:xfrm>
            <a:off x="339450" y="42000"/>
            <a:ext cx="8465100" cy="49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Reinforcement Learning: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All the learning process is interactive.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There is no training data. However, there is an environment.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