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a91c020f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a91c020f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a91c020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a91c020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a91c020f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a91c020f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a91c020f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a91c020f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a91c020f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a91c020f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5a91c020f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5a91c020f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b0f8f5c5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b0f8f5c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a91c020f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a91c020f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b0f8f5c5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b0f8f5c5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b0d2dd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b0d2dd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Markov Decision Process (MDP)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98400" y="7408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MDP is defined by: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203625" y="186775"/>
            <a:ext cx="500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Markov Decision Process (MDP)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375312" y="4084925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State Space</a:t>
            </a:r>
            <a:endParaRPr b="1"/>
          </a:p>
        </p:txBody>
      </p:sp>
      <p:sp>
        <p:nvSpPr>
          <p:cNvPr id="62" name="Google Shape;62;p14"/>
          <p:cNvSpPr txBox="1"/>
          <p:nvPr/>
        </p:nvSpPr>
        <p:spPr>
          <a:xfrm>
            <a:off x="2803053" y="4084925"/>
            <a:ext cx="13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Action Space</a:t>
            </a:r>
            <a:endParaRPr b="1"/>
          </a:p>
        </p:txBody>
      </p:sp>
      <p:sp>
        <p:nvSpPr>
          <p:cNvPr id="63" name="Google Shape;63;p14"/>
          <p:cNvSpPr txBox="1"/>
          <p:nvPr/>
        </p:nvSpPr>
        <p:spPr>
          <a:xfrm>
            <a:off x="4316560" y="4084925"/>
            <a:ext cx="18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 Function</a:t>
            </a:r>
            <a:endParaRPr b="1"/>
          </a:p>
        </p:txBody>
      </p:sp>
      <p:sp>
        <p:nvSpPr>
          <p:cNvPr id="64" name="Google Shape;64;p14"/>
          <p:cNvSpPr txBox="1"/>
          <p:nvPr/>
        </p:nvSpPr>
        <p:spPr>
          <a:xfrm>
            <a:off x="6223456" y="4084925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Reward Function</a:t>
            </a:r>
            <a:endParaRPr b="1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438" y="4517827"/>
            <a:ext cx="1321451" cy="43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1494" y="4569359"/>
            <a:ext cx="1261340" cy="17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8436" y="4568616"/>
            <a:ext cx="1261339" cy="1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4212" y="4543004"/>
            <a:ext cx="687025" cy="22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0658" y="4543000"/>
            <a:ext cx="687010" cy="22747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578700" y="3405725"/>
            <a:ext cx="798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If you can frame your task in an MDP, congratulations! You’ve defined your environment.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Now you have a space where the agent can take actions, get rewards, and learn</a:t>
            </a:r>
            <a:endParaRPr sz="1500"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87226" y="828150"/>
            <a:ext cx="3373600" cy="251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8400" y="1288063"/>
            <a:ext cx="3393314" cy="17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203625" y="110575"/>
            <a:ext cx="640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An example of the Markov decision process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75" y="1466850"/>
            <a:ext cx="68008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508425" y="186775"/>
            <a:ext cx="640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Formulated definition of MDP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75" y="1205450"/>
            <a:ext cx="8060075" cy="25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563" y="3120250"/>
            <a:ext cx="7490874" cy="15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575" y="497275"/>
            <a:ext cx="68008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203625" y="186775"/>
            <a:ext cx="640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Discounted Reward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00" y="3094700"/>
            <a:ext cx="7699801" cy="7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100" y="3860500"/>
            <a:ext cx="7699800" cy="1167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7138" y="1121875"/>
            <a:ext cx="5069713" cy="18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Deterministic vs Stochastic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196976" y="186775"/>
            <a:ext cx="727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Deterministic and Stochastic in Machine Learning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925" y="873325"/>
            <a:ext cx="7798154" cy="40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196971" y="186775"/>
            <a:ext cx="640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Example of Deterministic and Stochastic policy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650" y="1347550"/>
            <a:ext cx="2608325" cy="14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025" y="1217837"/>
            <a:ext cx="3165501" cy="17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874650" y="3101900"/>
            <a:ext cx="280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policies: a policy assigns probabilities to each action in each state.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5367000" y="30527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policy: a policy where multiple actions may be selected with non-zero probability.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203625" y="186775"/>
            <a:ext cx="640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Optimal Policy vs Value Function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1875"/>
            <a:ext cx="4338221" cy="386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021" y="1121875"/>
            <a:ext cx="4348580" cy="3861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